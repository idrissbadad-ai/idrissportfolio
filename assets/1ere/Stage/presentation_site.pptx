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B80CB-4D02-4FAB-843F-A5BFC877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807F3-9247-4A2F-A135-129607A85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82AF22-F58C-409E-A0C7-FADDED94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FC9206-AE75-405F-9E9B-9E6277D9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70DF0B-32FA-40A1-9252-A5744B41F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426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EEDF99-2624-47F1-B5F4-03D2DB2F7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FE0D58-3442-4484-B214-48525AFAE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EC0E41-C60E-49C2-AAA8-49E77473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16E5BC-83E2-4775-A6AC-A7BEAF38E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467DAB-61DD-4551-9E44-1938B0DB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51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71C347-0A91-4DC7-8CB6-937D5A27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E2A1F5-F580-4252-8C2E-3390614BC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8F008C-E700-47E2-A419-11E8D5A4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98945A-8D69-4A00-AE9F-7135B83D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09C73E-8025-4F96-B940-ABD599ED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31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40F6E-ABD0-4AA5-9E30-61712C83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172470-E0D2-411E-AA39-DFE697B78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F1E333-4BEC-4518-9AAB-041729EA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FD5B6E-2202-4125-BCC3-0BACABC3A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85CC8F7-B9C3-4241-A632-1AD85F38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FE815C-3F2A-478A-8034-7C5F332D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429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00E674-C0ED-4E08-9805-27E96403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ED866E-9B89-454A-BBE4-745163A7F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276087-DE00-4E53-864D-7A78F66B9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2BBB3EA-1F4C-4CBC-9F96-CA9EFD9F9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713E5DB-50F2-4A6B-B9F3-7EC2CCF49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97A6ADA-4CC3-476F-889F-FABB83F69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99655B5-78E0-4817-B4EF-3ABA47B8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F7133-AAF1-4C4B-8579-DD69F87A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14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EC3C86-8ACB-4C5B-A0D4-D4C05FB3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908120-DDD1-41CF-875E-6DFDC99DC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50606B-E78E-4A0A-9289-905D0093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3BA827-B947-4F63-BB5F-82F695DF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47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43AF32C-758B-4C0D-A00B-51222FFD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480316-8BE2-4AA9-A4A5-8E0FE499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F3AF09-3157-417C-9270-ED41F59C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3D0B4-EE82-40F7-BBC8-63622DCF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6D07CA-F005-4B65-BBD8-903100961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8C48AB-9316-44DD-BA8F-8D715BFEB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01913F-66AC-414E-82DA-49C61FDE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F33CD6-C905-4BA1-839C-4D8A4B51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FE128-90E5-49D0-9859-861D57CA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408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8F351-8975-405D-98FC-F38DD6D1C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E76AD7-6C7A-429A-9DD7-C0D07D588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FB01C8-84BB-4493-ACA6-8A885ED3B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A25B-ECB2-4C5E-A4A3-1D8DFD69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1177EB-E8A8-4ED8-B62E-20A77A03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412AE5-072C-438D-9630-F81C9912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85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A69F63-BBDE-4268-A50D-0D92D06D9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DEC67AB-EDFB-4867-940D-BCAFE7E2E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50CC0F-CD8C-4B90-BA58-5B68FE54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9BB654-16C5-48F1-ADB2-DC46A450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CB2B56-1429-4DB5-B348-94BF5382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63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B354C47-1120-45F5-B276-17833F5F5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3665F6-AEC0-43DB-8AF5-8140E884C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18CFC7-5E26-4B51-B778-84E6F0B0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01C03E-7A31-4C59-B28F-BB0245D8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A7CD2-42AB-43AC-980A-FBBB4C00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188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F6FCA3-3EFB-4429-BDD7-FC149C79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260B0C-A3EB-41E9-9164-E7F31C440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A17E63-5F56-4574-8A5C-C6673C4AC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28130-6478-42B0-BEC4-F936FDCC5547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CD3EC4-F4E5-44C1-ABF3-9A441C464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88A6B2-EE39-4A0F-AB5D-D0B40A511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48E94-29B5-447E-9B3A-64A952DA3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59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E52E67-7D83-4AA9-9DAF-5D9AF1F8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du gestionnaire des tablettes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5419E5-5165-4AAC-9005-51B545F87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74252"/>
          </a:xfrm>
        </p:spPr>
        <p:txBody>
          <a:bodyPr/>
          <a:lstStyle/>
          <a:p>
            <a:r>
              <a:rPr lang="fr-FR" dirty="0"/>
              <a:t>3 pages :</a:t>
            </a:r>
          </a:p>
          <a:p>
            <a:pPr marL="0" indent="0">
              <a:buNone/>
            </a:pPr>
            <a:r>
              <a:rPr lang="fr-FR" dirty="0"/>
              <a:t>	-Connexion </a:t>
            </a:r>
          </a:p>
          <a:p>
            <a:pPr marL="0" indent="0">
              <a:buNone/>
            </a:pPr>
            <a:r>
              <a:rPr lang="fr-FR" dirty="0"/>
              <a:t>	-Avancement de la gestion</a:t>
            </a:r>
          </a:p>
          <a:p>
            <a:pPr marL="0" indent="0">
              <a:buNone/>
            </a:pPr>
            <a:r>
              <a:rPr lang="fr-FR" dirty="0"/>
              <a:t>	-Gestion des tablettes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565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2F279326-0C3F-4CC8-B03E-F67ACF3C6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6230" y="343999"/>
            <a:ext cx="5099539" cy="465470"/>
          </a:xfrm>
        </p:spPr>
        <p:txBody>
          <a:bodyPr>
            <a:normAutofit fontScale="77500" lnSpcReduction="20000"/>
          </a:bodyPr>
          <a:lstStyle/>
          <a:p>
            <a:r>
              <a:rPr lang="fr-FR" sz="4000" dirty="0"/>
              <a:t>Présentation de la maquette :</a:t>
            </a:r>
          </a:p>
        </p:txBody>
      </p:sp>
      <p:pic>
        <p:nvPicPr>
          <p:cNvPr id="4" name="video_maquette">
            <a:hlinkClick r:id="" action="ppaction://media"/>
            <a:extLst>
              <a:ext uri="{FF2B5EF4-FFF2-40B4-BE49-F238E27FC236}">
                <a16:creationId xmlns:a16="http://schemas.microsoft.com/office/drawing/2014/main" id="{9E1BE8F4-69F2-4C12-A073-53CA25ADA0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3999" y="941299"/>
            <a:ext cx="9144000" cy="557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74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C43CC-A671-4710-8C1E-6605FDFDB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Classe cliquable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D11A31-14E1-4762-AC02-011BBA58E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256"/>
            <a:ext cx="10515600" cy="4351338"/>
          </a:xfrm>
        </p:spPr>
        <p:txBody>
          <a:bodyPr/>
          <a:lstStyle/>
          <a:p>
            <a:r>
              <a:rPr lang="fr-FR" dirty="0"/>
              <a:t>Appuyer sur une classe permettra d’aller directement sur la classe.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7179EF3-BB65-4B76-BFA1-DE1C99690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07" y="2557341"/>
            <a:ext cx="4010585" cy="1743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53368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5FD3281A-B1CF-4466-8151-83A5581DC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644" y="3908162"/>
            <a:ext cx="9564435" cy="112410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BEAA671-2F7B-4A25-B285-C7072573A7FF}"/>
              </a:ext>
            </a:extLst>
          </p:cNvPr>
          <p:cNvSpPr txBox="1"/>
          <p:nvPr/>
        </p:nvSpPr>
        <p:spPr>
          <a:xfrm>
            <a:off x="1849773" y="1232482"/>
            <a:ext cx="84924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Cliquer sur une colonne permettra de la trier par :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9615CFD8-6766-49B5-9248-FF94567DA21C}"/>
              </a:ext>
            </a:extLst>
          </p:cNvPr>
          <p:cNvCxnSpPr>
            <a:cxnSpLocks/>
          </p:cNvCxnSpPr>
          <p:nvPr/>
        </p:nvCxnSpPr>
        <p:spPr>
          <a:xfrm>
            <a:off x="2625969" y="2653502"/>
            <a:ext cx="304800" cy="1254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8F4C8776-EA17-4D3E-8E4B-CD800454E8DE}"/>
              </a:ext>
            </a:extLst>
          </p:cNvPr>
          <p:cNvSpPr txBox="1"/>
          <p:nvPr/>
        </p:nvSpPr>
        <p:spPr>
          <a:xfrm>
            <a:off x="1558689" y="2354039"/>
            <a:ext cx="2023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Ordre alphabétique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E82DCF8-5430-4873-8D19-0C6898F23750}"/>
              </a:ext>
            </a:extLst>
          </p:cNvPr>
          <p:cNvCxnSpPr>
            <a:cxnSpLocks/>
          </p:cNvCxnSpPr>
          <p:nvPr/>
        </p:nvCxnSpPr>
        <p:spPr>
          <a:xfrm>
            <a:off x="2655516" y="2653502"/>
            <a:ext cx="1588238" cy="1254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F4189911-C9E4-4C99-A5A1-BA84ADE5D325}"/>
              </a:ext>
            </a:extLst>
          </p:cNvPr>
          <p:cNvCxnSpPr>
            <a:cxnSpLocks/>
          </p:cNvCxnSpPr>
          <p:nvPr/>
        </p:nvCxnSpPr>
        <p:spPr>
          <a:xfrm flipH="1" flipV="1">
            <a:off x="1688921" y="5032269"/>
            <a:ext cx="562708" cy="836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FB68C40A-4FF0-4041-AD0B-A2CA34287284}"/>
              </a:ext>
            </a:extLst>
          </p:cNvPr>
          <p:cNvSpPr txBox="1"/>
          <p:nvPr/>
        </p:nvSpPr>
        <p:spPr>
          <a:xfrm>
            <a:off x="1918793" y="5787044"/>
            <a:ext cx="1751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Préparée ou non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86EA2420-9435-42F4-91D6-99BD7DFAD23E}"/>
              </a:ext>
            </a:extLst>
          </p:cNvPr>
          <p:cNvCxnSpPr>
            <a:cxnSpLocks/>
          </p:cNvCxnSpPr>
          <p:nvPr/>
        </p:nvCxnSpPr>
        <p:spPr>
          <a:xfrm flipV="1">
            <a:off x="7635629" y="4663449"/>
            <a:ext cx="1044154" cy="963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BA5292BA-F88D-4864-BBE5-5B5828930299}"/>
              </a:ext>
            </a:extLst>
          </p:cNvPr>
          <p:cNvSpPr txBox="1"/>
          <p:nvPr/>
        </p:nvSpPr>
        <p:spPr>
          <a:xfrm>
            <a:off x="6266378" y="5602378"/>
            <a:ext cx="2597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Afficher ou cacher le </a:t>
            </a:r>
            <a:r>
              <a:rPr lang="fr-FR" dirty="0" err="1"/>
              <a:t>mdp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60574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61</Words>
  <Application>Microsoft Office PowerPoint</Application>
  <PresentationFormat>Grand écran</PresentationFormat>
  <Paragraphs>12</Paragraphs>
  <Slides>4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du gestionnaire des tablettes </vt:lpstr>
      <vt:lpstr>Présentation PowerPoint</vt:lpstr>
      <vt:lpstr>Classe cliquable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gestionnaire des tablettes </dc:title>
  <dc:creator>BADAD Idriss</dc:creator>
  <cp:lastModifiedBy>BADAD Idriss</cp:lastModifiedBy>
  <cp:revision>5</cp:revision>
  <dcterms:created xsi:type="dcterms:W3CDTF">2026-06-05T12:51:24Z</dcterms:created>
  <dcterms:modified xsi:type="dcterms:W3CDTF">2026-06-05T14:06:05Z</dcterms:modified>
</cp:coreProperties>
</file>